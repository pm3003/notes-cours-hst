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notesMasterIdLst>
    <p:notesMasterId r:id="rId6"/>
  </p:notesMasterIdLst>
  <p:sldIdLst>
    <p:sldId id="256" r:id="rId2"/>
    <p:sldId id="260" r:id="rId3"/>
    <p:sldId id="263" r:id="rId4"/>
    <p:sldId id="262" r:id="rId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813" autoAdjust="0"/>
  </p:normalViewPr>
  <p:slideViewPr>
    <p:cSldViewPr snapToGrid="0" snapToObjects="1">
      <p:cViewPr varScale="1">
        <p:scale>
          <a:sx n="80" d="100"/>
          <a:sy n="80" d="100"/>
        </p:scale>
        <p:origin x="-23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72EB0-C312-3349-95C9-C305167C24A3}" type="datetimeFigureOut">
              <a:rPr lang="fr-FR" smtClean="0"/>
              <a:t>02/10/2015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0B09D-0EF2-C441-BF85-F40FF5AFD1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86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1B38-C5EB-4D66-9137-0AFE9CDEDE8F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613C-1AD7-49D3-885D-F654C5CDBAA6}" type="datetime1">
              <a:rPr lang="en-US" smtClean="0"/>
              <a:pPr/>
              <a:t>02/10/2015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Cliquez et modifiez le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02/10/2015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x-none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Cliquez pour modifier les styles du texte du masque</a:t>
            </a:r>
          </a:p>
          <a:p>
            <a:pPr lvl="1"/>
            <a:r>
              <a:rPr lang="x-none" smtClean="0"/>
              <a:t>Deuxième niveau</a:t>
            </a:r>
          </a:p>
          <a:p>
            <a:pPr lvl="2"/>
            <a:r>
              <a:rPr lang="x-none" smtClean="0"/>
              <a:t>Troisième niveau</a:t>
            </a:r>
          </a:p>
          <a:p>
            <a:pPr lvl="3"/>
            <a:r>
              <a:rPr lang="x-none" smtClean="0"/>
              <a:t>Quatrième niveau</a:t>
            </a:r>
          </a:p>
          <a:p>
            <a:pPr lvl="4"/>
            <a:r>
              <a:rPr lang="x-none" smtClean="0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27B613C-1AD7-49D3-885D-F654C5CDBAA6}" type="datetime1">
              <a:rPr lang="en-US" smtClean="0"/>
              <a:pPr/>
              <a:t>02/10/2015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visualiseur.bnf.fr/ark:/12148/bpt6k29073r" TargetMode="External"/><Relationship Id="rId4" Type="http://schemas.openxmlformats.org/officeDocument/2006/relationships/hyperlink" Target="http://visualiseur.bnf.fr/ark:/12148/bpt6k1108879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visualiseur.bnf.fr/ark:/12148/bpt6k29072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0708" y="1804858"/>
            <a:ext cx="7543800" cy="2593975"/>
          </a:xfrm>
        </p:spPr>
        <p:txBody>
          <a:bodyPr/>
          <a:lstStyle/>
          <a:p>
            <a:r>
              <a:rPr lang="fr-FR" sz="4400" dirty="0" smtClean="0"/>
              <a:t>Textes de référence en HST</a:t>
            </a:r>
            <a:br>
              <a:rPr lang="fr-FR" sz="4400" dirty="0" smtClean="0"/>
            </a:br>
            <a:r>
              <a:rPr lang="fr-FR" sz="4400" dirty="0" smtClean="0"/>
              <a:t>UE 7-1</a:t>
            </a:r>
            <a:br>
              <a:rPr lang="fr-FR" sz="4400" dirty="0" smtClean="0"/>
            </a:br>
            <a:r>
              <a:rPr lang="fr-FR" sz="4400" dirty="0"/>
              <a:t/>
            </a:r>
            <a:br>
              <a:rPr lang="fr-FR" sz="4400" dirty="0"/>
            </a:br>
            <a:r>
              <a:rPr lang="fr-FR" sz="4400" dirty="0" smtClean="0"/>
              <a:t>Grégory Chambon</a:t>
            </a:r>
            <a:br>
              <a:rPr lang="fr-FR" sz="4400" dirty="0" smtClean="0"/>
            </a:br>
            <a:endParaRPr lang="fr-FR" sz="3200" dirty="0"/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968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4 points importants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3364"/>
            <a:ext cx="7620000" cy="4800600"/>
          </a:xfrm>
        </p:spPr>
        <p:txBody>
          <a:bodyPr/>
          <a:lstStyle/>
          <a:p>
            <a:r>
              <a:rPr lang="fr-FR" dirty="0" smtClean="0"/>
              <a:t>La science est l’activité la plus importante de l’esprit humain et son histoire permet de mieux comprendre les progrès de l’esprit humain</a:t>
            </a:r>
          </a:p>
          <a:p>
            <a:r>
              <a:rPr lang="fr-FR" dirty="0" smtClean="0"/>
              <a:t>Pas une histoire des disciplines scientifiques mais une histoire « générale » des sciences</a:t>
            </a:r>
          </a:p>
          <a:p>
            <a:r>
              <a:rPr lang="fr-FR" dirty="0" smtClean="0"/>
              <a:t>L’histoire des sciences a une visée humaniste et politique</a:t>
            </a:r>
          </a:p>
          <a:p>
            <a:r>
              <a:rPr lang="fr-FR" dirty="0" smtClean="0"/>
              <a:t>Vision évolutionniste de l’histoire des sciences (avec une certaine forme de « </a:t>
            </a:r>
            <a:r>
              <a:rPr lang="fr-FR" dirty="0" err="1" smtClean="0"/>
              <a:t>continuisme</a:t>
            </a:r>
            <a:r>
              <a:rPr lang="fr-FR" dirty="0" smtClean="0"/>
              <a:t> »)</a:t>
            </a:r>
          </a:p>
        </p:txBody>
      </p:sp>
    </p:spTree>
    <p:extLst>
      <p:ext uri="{BB962C8B-B14F-4D97-AF65-F5344CB8AC3E}">
        <p14:creationId xmlns:p14="http://schemas.microsoft.com/office/powerpoint/2010/main" val="127896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Paul Tannery (1843-1904)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Helléniste, spécialiste de la science antique</a:t>
            </a:r>
          </a:p>
          <a:p>
            <a:r>
              <a:rPr lang="fr-FR" dirty="0" smtClean="0"/>
              <a:t>Editeur des œuvres de Diophante d’Alexandrie </a:t>
            </a:r>
          </a:p>
          <a:p>
            <a:pPr marL="114300" indent="0">
              <a:buNone/>
            </a:pPr>
            <a:r>
              <a:rPr lang="fr-FR" dirty="0" smtClean="0"/>
              <a:t>(</a:t>
            </a:r>
            <a:r>
              <a:rPr lang="fr-FR" i="1" dirty="0" err="1"/>
              <a:t>Diophantus</a:t>
            </a:r>
            <a:r>
              <a:rPr lang="fr-FR" i="1" dirty="0"/>
              <a:t> </a:t>
            </a:r>
            <a:r>
              <a:rPr lang="fr-FR" i="1" dirty="0" err="1"/>
              <a:t>alexandrinus</a:t>
            </a:r>
            <a:r>
              <a:rPr lang="fr-FR" i="1" dirty="0"/>
              <a:t>. </a:t>
            </a:r>
            <a:r>
              <a:rPr lang="fr-FR" i="1" dirty="0" err="1"/>
              <a:t>Opera</a:t>
            </a:r>
            <a:r>
              <a:rPr lang="fr-FR" i="1" dirty="0"/>
              <a:t> </a:t>
            </a:r>
            <a:r>
              <a:rPr lang="fr-FR" i="1" dirty="0" err="1"/>
              <a:t>Omnia</a:t>
            </a:r>
            <a:r>
              <a:rPr lang="fr-FR" dirty="0"/>
              <a:t>, 2 vols., Leipzig, 1893-1895</a:t>
            </a:r>
            <a:r>
              <a:rPr lang="fr-FR" dirty="0" smtClean="0"/>
              <a:t>)</a:t>
            </a:r>
          </a:p>
          <a:p>
            <a:r>
              <a:rPr lang="fr-FR" dirty="0" smtClean="0"/>
              <a:t>Editeur des œuvres de Fermat (en collaboration avec  Charles Henry)</a:t>
            </a:r>
          </a:p>
          <a:p>
            <a:r>
              <a:rPr lang="fr-FR" dirty="0" smtClean="0"/>
              <a:t>Formation classique, polytechnicien, ingénieur des Tabacs</a:t>
            </a:r>
          </a:p>
          <a:p>
            <a:r>
              <a:rPr lang="fr-FR" dirty="0"/>
              <a:t>Suppléant de Charles </a:t>
            </a:r>
            <a:r>
              <a:rPr lang="fr-FR" dirty="0" err="1" smtClean="0"/>
              <a:t>Lévèque</a:t>
            </a:r>
            <a:r>
              <a:rPr lang="fr-FR" dirty="0" smtClean="0"/>
              <a:t> </a:t>
            </a:r>
            <a:r>
              <a:rPr lang="fr-FR" dirty="0"/>
              <a:t>à la chaire de </a:t>
            </a:r>
            <a:r>
              <a:rPr lang="fr-FR" dirty="0" smtClean="0"/>
              <a:t>Philosophie </a:t>
            </a:r>
            <a:r>
              <a:rPr lang="fr-FR" dirty="0"/>
              <a:t>grecque et </a:t>
            </a:r>
            <a:r>
              <a:rPr lang="fr-FR" dirty="0" smtClean="0"/>
              <a:t>latine au Collège de France (1892 </a:t>
            </a:r>
            <a:r>
              <a:rPr lang="fr-FR" dirty="0"/>
              <a:t>à </a:t>
            </a:r>
            <a:r>
              <a:rPr lang="fr-FR" dirty="0" smtClean="0"/>
              <a:t>1897)</a:t>
            </a:r>
          </a:p>
          <a:p>
            <a:pPr marL="114300" indent="0">
              <a:buNone/>
            </a:pPr>
            <a:endParaRPr lang="fr-FR" dirty="0" smtClean="0"/>
          </a:p>
          <a:p>
            <a:pPr marL="114300" indent="0">
              <a:buNone/>
            </a:pPr>
            <a:r>
              <a:rPr lang="fr-FR" dirty="0" smtClean="0"/>
              <a:t>Sur </a:t>
            </a:r>
            <a:r>
              <a:rPr lang="fr-FR" dirty="0" err="1" smtClean="0"/>
              <a:t>Gallica</a:t>
            </a:r>
            <a:endParaRPr lang="fr-FR" dirty="0"/>
          </a:p>
          <a:p>
            <a:pPr marL="114300" indent="0">
              <a:buNone/>
            </a:pPr>
            <a:r>
              <a:rPr lang="fr-FR" i="1" dirty="0">
                <a:hlinkClick r:id="rId2"/>
              </a:rPr>
              <a:t>La géométrie </a:t>
            </a:r>
            <a:r>
              <a:rPr lang="fr-FR" i="1" dirty="0" smtClean="0">
                <a:hlinkClick r:id="rId2"/>
              </a:rPr>
              <a:t>grecque</a:t>
            </a:r>
            <a:endParaRPr lang="fr-FR" dirty="0"/>
          </a:p>
          <a:p>
            <a:pPr marL="114300" indent="0">
              <a:buNone/>
            </a:pPr>
            <a:r>
              <a:rPr lang="fr-FR" i="1" dirty="0" smtClean="0">
                <a:hlinkClick r:id="rId3"/>
              </a:rPr>
              <a:t>Pour </a:t>
            </a:r>
            <a:r>
              <a:rPr lang="fr-FR" i="1" dirty="0">
                <a:hlinkClick r:id="rId3"/>
              </a:rPr>
              <a:t>l'histoire de la science </a:t>
            </a:r>
            <a:r>
              <a:rPr lang="fr-FR" i="1" dirty="0" smtClean="0">
                <a:hlinkClick r:id="rId3"/>
              </a:rPr>
              <a:t>hellène</a:t>
            </a:r>
            <a:endParaRPr lang="fr-FR" dirty="0"/>
          </a:p>
          <a:p>
            <a:pPr marL="114300" indent="0">
              <a:buNone/>
            </a:pPr>
            <a:r>
              <a:rPr lang="fr-FR" i="1" dirty="0" smtClean="0">
                <a:hlinkClick r:id="rId4"/>
              </a:rPr>
              <a:t>Recherches </a:t>
            </a:r>
            <a:r>
              <a:rPr lang="fr-FR" i="1" dirty="0">
                <a:hlinkClick r:id="rId4"/>
              </a:rPr>
              <a:t>Sur l'histoire de l'astronomie </a:t>
            </a:r>
            <a:r>
              <a:rPr lang="fr-FR" i="1" dirty="0" smtClean="0">
                <a:hlinkClick r:id="rId4"/>
              </a:rPr>
              <a:t>ancienne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42961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-101019" y="274638"/>
            <a:ext cx="8629887" cy="1143000"/>
          </a:xfrm>
        </p:spPr>
        <p:txBody>
          <a:bodyPr/>
          <a:lstStyle/>
          <a:p>
            <a:pPr algn="ctr"/>
            <a:r>
              <a:rPr lang="fr-FR" dirty="0" smtClean="0"/>
              <a:t>De l’histoire générale des sciences</a:t>
            </a:r>
            <a:br>
              <a:rPr lang="fr-FR" dirty="0" smtClean="0"/>
            </a:br>
            <a:r>
              <a:rPr lang="fr-FR" sz="3200" dirty="0" smtClean="0"/>
              <a:t>Paul Tannery</a:t>
            </a:r>
            <a:endParaRPr lang="fr-FR" sz="3200" dirty="0"/>
          </a:p>
        </p:txBody>
      </p:sp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572650" y="2494879"/>
            <a:ext cx="8187118" cy="4800600"/>
          </a:xfrm>
        </p:spPr>
        <p:txBody>
          <a:bodyPr/>
          <a:lstStyle/>
          <a:p>
            <a:r>
              <a:rPr lang="fr-FR" dirty="0" smtClean="0"/>
              <a:t>Plan </a:t>
            </a:r>
            <a:r>
              <a:rPr lang="fr-FR" dirty="0" smtClean="0"/>
              <a:t>du texte</a:t>
            </a:r>
          </a:p>
          <a:p>
            <a:r>
              <a:rPr lang="fr-FR" dirty="0" smtClean="0"/>
              <a:t>Idées principales</a:t>
            </a:r>
          </a:p>
          <a:p>
            <a:r>
              <a:rPr lang="fr-FR" dirty="0" smtClean="0"/>
              <a:t>Thèmes communs et thèmes divergents avec le texte de Comte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86421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jd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Ajdacency.thmx</Template>
  <TotalTime>835</TotalTime>
  <Words>155</Words>
  <Application>Microsoft Macintosh PowerPoint</Application>
  <PresentationFormat>Présentation à l'écran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Ajdacency</vt:lpstr>
      <vt:lpstr>Textes de référence en HST UE 7-1  Grégory Chambon </vt:lpstr>
      <vt:lpstr>4 points importants</vt:lpstr>
      <vt:lpstr>Paul Tannery (1843-1904)</vt:lpstr>
      <vt:lpstr>De l’histoire générale des sciences Paul Tannery</vt:lpstr>
    </vt:vector>
  </TitlesOfParts>
  <Company>Freie Universität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Institut für Altorientalistik</dc:creator>
  <cp:lastModifiedBy>Institut für Altorientalistik</cp:lastModifiedBy>
  <cp:revision>63</cp:revision>
  <dcterms:created xsi:type="dcterms:W3CDTF">2013-10-12T07:37:00Z</dcterms:created>
  <dcterms:modified xsi:type="dcterms:W3CDTF">2015-10-02T11:06:29Z</dcterms:modified>
</cp:coreProperties>
</file>