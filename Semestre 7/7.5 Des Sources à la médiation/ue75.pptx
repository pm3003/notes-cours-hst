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25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BA0F-D365-42FB-93A2-F91EAB82537D}" type="datetimeFigureOut">
              <a:rPr lang="fr-FR" smtClean="0"/>
              <a:t>09/10/2015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30A3-11A9-487B-9961-05484555A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5135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BA0F-D365-42FB-93A2-F91EAB82537D}" type="datetimeFigureOut">
              <a:rPr lang="fr-FR" smtClean="0"/>
              <a:t>09/10/2015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30A3-11A9-487B-9961-05484555A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34392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BA0F-D365-42FB-93A2-F91EAB82537D}" type="datetimeFigureOut">
              <a:rPr lang="fr-FR" smtClean="0"/>
              <a:t>09/10/2015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30A3-11A9-487B-9961-05484555A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6317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BA0F-D365-42FB-93A2-F91EAB82537D}" type="datetimeFigureOut">
              <a:rPr lang="fr-FR" smtClean="0"/>
              <a:t>09/10/2015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30A3-11A9-487B-9961-05484555A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14095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BA0F-D365-42FB-93A2-F91EAB82537D}" type="datetimeFigureOut">
              <a:rPr lang="fr-FR" smtClean="0"/>
              <a:t>09/10/2015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30A3-11A9-487B-9961-05484555A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97993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BA0F-D365-42FB-93A2-F91EAB82537D}" type="datetimeFigureOut">
              <a:rPr lang="fr-FR" smtClean="0"/>
              <a:t>09/10/2015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30A3-11A9-487B-9961-05484555A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1730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BA0F-D365-42FB-93A2-F91EAB82537D}" type="datetimeFigureOut">
              <a:rPr lang="fr-FR" smtClean="0"/>
              <a:t>09/10/2015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30A3-11A9-487B-9961-05484555A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14864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BA0F-D365-42FB-93A2-F91EAB82537D}" type="datetimeFigureOut">
              <a:rPr lang="fr-FR" smtClean="0"/>
              <a:t>09/10/2015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30A3-11A9-487B-9961-05484555A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8863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BA0F-D365-42FB-93A2-F91EAB82537D}" type="datetimeFigureOut">
              <a:rPr lang="fr-FR" smtClean="0"/>
              <a:t>09/10/2015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30A3-11A9-487B-9961-05484555A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6453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BA0F-D365-42FB-93A2-F91EAB82537D}" type="datetimeFigureOut">
              <a:rPr lang="fr-FR" smtClean="0"/>
              <a:t>09/10/2015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30A3-11A9-487B-9961-05484555A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803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FBA0F-D365-42FB-93A2-F91EAB82537D}" type="datetimeFigureOut">
              <a:rPr lang="fr-FR" smtClean="0"/>
              <a:t>09/10/2015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330A3-11A9-487B-9961-05484555A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5444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6FBA0F-D365-42FB-93A2-F91EAB82537D}" type="datetimeFigureOut">
              <a:rPr lang="fr-FR" smtClean="0"/>
              <a:t>09/10/2015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330A3-11A9-487B-9961-05484555A8A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52586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 smtClean="0"/>
              <a:t>UE 7-5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 smtClean="0"/>
              <a:t>Des sources à la médiation : </a:t>
            </a:r>
          </a:p>
          <a:p>
            <a:r>
              <a:rPr lang="fr-FR" dirty="0" smtClean="0"/>
              <a:t>Dz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2214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Problématique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b="1" dirty="0" smtClean="0"/>
              <a:t>Un espace géographique maritime </a:t>
            </a:r>
            <a:r>
              <a:rPr lang="fr-FR" dirty="0" smtClean="0"/>
              <a:t>sur de la </a:t>
            </a:r>
            <a:r>
              <a:rPr lang="fr-FR" b="1" dirty="0" smtClean="0"/>
              <a:t>longue durée</a:t>
            </a:r>
            <a:r>
              <a:rPr lang="fr-FR" dirty="0" smtClean="0"/>
              <a:t> : la baie de Douarnenez</a:t>
            </a:r>
          </a:p>
          <a:p>
            <a:r>
              <a:rPr lang="fr-FR" b="1" dirty="0" smtClean="0"/>
              <a:t>Une thématique </a:t>
            </a:r>
            <a:r>
              <a:rPr lang="fr-FR" dirty="0" smtClean="0"/>
              <a:t>:  </a:t>
            </a:r>
            <a:r>
              <a:rPr lang="fr-FR" altLang="fr-FR" i="1" dirty="0" smtClean="0"/>
              <a:t>Approche systémique des savoirs scientifiques et technologiques des sociétés littorales :  La sardine dans la Baie de Douarnenez, Ier-XXe siècle (</a:t>
            </a:r>
            <a:r>
              <a:rPr lang="fr-FR" altLang="fr-FR" i="1" dirty="0" err="1" smtClean="0"/>
              <a:t>H.Ferrière</a:t>
            </a:r>
            <a:r>
              <a:rPr lang="fr-FR" altLang="fr-FR" i="1" dirty="0" smtClean="0"/>
              <a:t> &amp; S. Laubé en collaboration avec Y. </a:t>
            </a:r>
            <a:r>
              <a:rPr lang="fr-FR" altLang="fr-FR" i="1" dirty="0" err="1" smtClean="0"/>
              <a:t>Maligorne</a:t>
            </a:r>
            <a:r>
              <a:rPr lang="fr-FR" altLang="fr-FR" i="1" dirty="0" smtClean="0"/>
              <a:t>/CRBC)</a:t>
            </a:r>
          </a:p>
          <a:p>
            <a:r>
              <a:rPr lang="fr-FR" altLang="fr-FR" b="1" dirty="0" smtClean="0"/>
              <a:t>Un espace complexe à interpréter </a:t>
            </a:r>
          </a:p>
          <a:p>
            <a:endParaRPr lang="fr-FR" dirty="0" smtClean="0"/>
          </a:p>
          <a:p>
            <a:endParaRPr lang="fr-FR" dirty="0" smtClean="0"/>
          </a:p>
          <a:p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1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Objectifs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 smtClean="0"/>
              <a:t>Préparer et mener une enquête </a:t>
            </a:r>
            <a:r>
              <a:rPr lang="fr-FR" i="1" dirty="0" smtClean="0"/>
              <a:t>in situ </a:t>
            </a:r>
            <a:r>
              <a:rPr lang="fr-FR" dirty="0" smtClean="0"/>
              <a:t>: les lieux de médiation actuels </a:t>
            </a:r>
          </a:p>
          <a:p>
            <a:r>
              <a:rPr lang="fr-FR" dirty="0" smtClean="0"/>
              <a:t>Constituer un dossier documentaire</a:t>
            </a:r>
          </a:p>
          <a:p>
            <a:r>
              <a:rPr lang="fr-FR" dirty="0" smtClean="0"/>
              <a:t>Médiation culturelle : apprendre à interpréter un espace géographique</a:t>
            </a:r>
          </a:p>
          <a:p>
            <a:pPr lvl="1"/>
            <a:r>
              <a:rPr lang="fr-FR" dirty="0" smtClean="0"/>
              <a:t>Un point de vue – un chercheur </a:t>
            </a:r>
          </a:p>
          <a:p>
            <a:pPr lvl="1"/>
            <a:r>
              <a:rPr lang="fr-FR" dirty="0" smtClean="0"/>
              <a:t>Préparer un guide d’entretien </a:t>
            </a:r>
          </a:p>
          <a:p>
            <a:pPr lvl="1"/>
            <a:r>
              <a:rPr lang="fr-FR" dirty="0" smtClean="0"/>
              <a:t>Mener un entretien filmé </a:t>
            </a:r>
          </a:p>
          <a:p>
            <a:pPr lvl="1"/>
            <a:r>
              <a:rPr lang="fr-FR" dirty="0" smtClean="0"/>
              <a:t>Publier une page sur le site </a:t>
            </a:r>
            <a:r>
              <a:rPr lang="fr-FR" i="1" dirty="0" err="1" smtClean="0"/>
              <a:t>sad</a:t>
            </a:r>
            <a:r>
              <a:rPr lang="fr-FR" dirty="0" smtClean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28780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Organisation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Apprendre à travailler collectivement</a:t>
            </a:r>
          </a:p>
          <a:p>
            <a:r>
              <a:rPr lang="fr-FR" dirty="0" smtClean="0"/>
              <a:t>Apprendre à organiser les tâches au sein d’un groupe</a:t>
            </a:r>
          </a:p>
          <a:p>
            <a:r>
              <a:rPr lang="fr-FR" dirty="0" smtClean="0"/>
              <a:t>Apprendre à constituer un dossier documentaire </a:t>
            </a:r>
          </a:p>
          <a:p>
            <a:r>
              <a:rPr lang="fr-FR" dirty="0" smtClean="0"/>
              <a:t>Apprendre à analyser un lieu de médiation</a:t>
            </a:r>
          </a:p>
          <a:p>
            <a:r>
              <a:rPr lang="fr-FR" dirty="0" smtClean="0"/>
              <a:t>Apprendre à mener un entretien, une enquête</a:t>
            </a:r>
          </a:p>
          <a:p>
            <a:r>
              <a:rPr lang="fr-FR" dirty="0" smtClean="0"/>
              <a:t>Produire un outil de médiation en ligne</a:t>
            </a:r>
          </a:p>
          <a:p>
            <a:endParaRPr lang="fr-FR" dirty="0"/>
          </a:p>
          <a:p>
            <a:pPr marL="0" indent="0">
              <a:buNone/>
            </a:pPr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16618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Première question à résoudre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 smtClean="0"/>
              <a:t>Qui sont les acteurs du patrimoine de la baie de Douarnenez? </a:t>
            </a:r>
          </a:p>
          <a:p>
            <a:r>
              <a:rPr lang="fr-FR" dirty="0" smtClean="0"/>
              <a:t>Trois niveaux </a:t>
            </a:r>
          </a:p>
          <a:p>
            <a:pPr lvl="1"/>
            <a:r>
              <a:rPr lang="fr-FR" dirty="0"/>
              <a:t>l</a:t>
            </a:r>
            <a:r>
              <a:rPr lang="fr-FR" dirty="0" smtClean="0"/>
              <a:t>ocal</a:t>
            </a:r>
          </a:p>
          <a:p>
            <a:pPr lvl="1"/>
            <a:r>
              <a:rPr lang="fr-FR" dirty="0"/>
              <a:t>d</a:t>
            </a:r>
            <a:r>
              <a:rPr lang="fr-FR" dirty="0" smtClean="0"/>
              <a:t>épartemental</a:t>
            </a:r>
          </a:p>
          <a:p>
            <a:pPr lvl="1"/>
            <a:r>
              <a:rPr lang="fr-FR" dirty="0" smtClean="0"/>
              <a:t>Régional</a:t>
            </a:r>
          </a:p>
          <a:p>
            <a:r>
              <a:rPr lang="fr-FR" dirty="0" smtClean="0"/>
              <a:t>Etablir une carte conceptuelle avec </a:t>
            </a:r>
            <a:r>
              <a:rPr lang="fr-FR" dirty="0" err="1" smtClean="0"/>
              <a:t>CmapTools</a:t>
            </a:r>
            <a:endParaRPr lang="fr-FR" dirty="0" smtClean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099700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184</Words>
  <Application>Microsoft Office PowerPoint</Application>
  <PresentationFormat>Affichage à l'écran (4:3)</PresentationFormat>
  <Paragraphs>31</Paragraphs>
  <Slides>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6" baseType="lpstr">
      <vt:lpstr>Thème Office</vt:lpstr>
      <vt:lpstr>UE 7-5</vt:lpstr>
      <vt:lpstr>Problématique </vt:lpstr>
      <vt:lpstr>Objectifs </vt:lpstr>
      <vt:lpstr>Organisation </vt:lpstr>
      <vt:lpstr>Première question à résoudre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UE 7-5</dc:title>
  <dc:creator>ISHS</dc:creator>
  <cp:lastModifiedBy>ISHS</cp:lastModifiedBy>
  <cp:revision>3</cp:revision>
  <dcterms:created xsi:type="dcterms:W3CDTF">2015-10-09T06:40:48Z</dcterms:created>
  <dcterms:modified xsi:type="dcterms:W3CDTF">2015-10-09T08:26:11Z</dcterms:modified>
</cp:coreProperties>
</file>